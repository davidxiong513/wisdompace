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109728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91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慧行足管理咨询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1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组织与个体的终身整理者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108960"/>
            <a:ext cx="2743200" cy="0"/>
          </a:xfrm>
          <a:prstGeom prst="line">
            <a:avLst/>
          </a:prstGeom>
          <a:noFill/>
          <a:ln w="6350">
            <a:solidFill>
              <a:srgbClr val="C9A1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组织效能与人才发展 · 专业咨询服务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simon.xiong@wisdompace.com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关于慧行足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慧行足管理咨询（上海）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创立于 2018 年 5 月，致力于打造组织效能与人才发展的专业咨询服务。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核心使命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做组织与个体的终身整理者。我们既知企业组织的痛点，也懂打工人的心声。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服务理念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双轮驱动，知行合一——一轮服务组织（B端），一轮服务个体（C端）。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1051560"/>
            <a:ext cx="2926080" cy="6858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0" y="1051560"/>
            <a:ext cx="54864" cy="685800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7" name="Text 5"/>
          <p:cNvSpPr/>
          <p:nvPr/>
        </p:nvSpPr>
        <p:spPr>
          <a:xfrm>
            <a:off x="5989320" y="1078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125+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8932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企业客户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0" y="1920240"/>
            <a:ext cx="2926080" cy="6858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60720" y="1920240"/>
            <a:ext cx="54864" cy="685800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1947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近千位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8932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职场个体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2788920"/>
            <a:ext cx="2926080" cy="6858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0" y="2788920"/>
            <a:ext cx="54864" cy="685800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5989320" y="28163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20年+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8932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实战经验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3657600"/>
            <a:ext cx="2926080" cy="6858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0720" y="3657600"/>
            <a:ext cx="54864" cy="685800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36850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9.7/10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8932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客户评分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慧行足管理咨询 · 组织与个体的终身整理者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B端业务 — 组织项目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749040" cy="30175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374904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组织变革与升级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383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组织诊断与四象限定位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变革路径设计与落地推手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组织架构优化与人才盘点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文化重塑与价值观落地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749040" cy="30175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374904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干部管理与人才梯队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383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关键岗位胜任力建模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人才盘点与九宫格落位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继任者计划与梯队搭建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高潜人才加速发展方案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3749040" cy="30175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389120"/>
            <a:ext cx="374904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572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组织人效提升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983480"/>
            <a:ext cx="3383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人效指标体系搭建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组织精简与人员优化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绩效考核与薪酬激励设计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工具与组织赋能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4389120"/>
            <a:ext cx="3749040" cy="30175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4389120"/>
            <a:ext cx="374904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4572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管理培训与沙龙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4983480"/>
            <a:ext cx="3383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非人力资源的人力资源管理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非职权领导力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 后浪人群洞察与管理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团队信任与协作打造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慧行足管理咨询 · 组织与个体的终身整理者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B端业务 — 数字化转型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2468880" cy="3200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246888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1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第1阶段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顶层设计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764792"/>
            <a:ext cx="21031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56232"/>
            <a:ext cx="210312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行业趋势分析及标杆研究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企业战略解读及规划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现状痛点分析及需求调研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数字化系统架构诊断评估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数字化转型机会点识别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468880" cy="3200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51560"/>
            <a:ext cx="246888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188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1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第2阶段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蓝图规划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1764792"/>
            <a:ext cx="21031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856232"/>
            <a:ext cx="210312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业务架构蓝图设计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应用架构蓝图设计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技术架构蓝图设计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数据架构蓝图设计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新技术应用评估 (AI+RPA)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数字化人才体系建设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051560"/>
            <a:ext cx="2468880" cy="3200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51560"/>
            <a:ext cx="246888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188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1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第3阶段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落地路径与速赢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1764792"/>
            <a:ext cx="21031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856232"/>
            <a:ext cx="210312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数字化转型行动方案设计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数字化转型路线图设计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速赢项目制定与评估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资源匹配与软硬件选型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数字化转型 PMO 辅导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慧行足管理咨询 · 组织与个体的终身整理者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专家咨询顾问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3383280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Helen 何冰樱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49047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1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前华住集团人力资源高级副总裁 | 组织发展专家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801368"/>
            <a:ext cx="75895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92808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核心背景：中科院 + 20 年外企 + 7 年民企 HR 高管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操盘规模：华住集团人力资源高级副总裁，操盘 15 万人集团 HR 体系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专业资质：AchieveGlobal / DDI 认证讲师、霍根测评认证、菲尔丁高管教练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擅长领域：组织发展、人才梯队建设、高管教练、股权激励设计、并购整合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代表履历：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华住集团，人力资源高级副总裁（2015-2022）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尤尼威尔（Univar），亚太区人力资源总监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雷勃电气集团，中国区人力资源总监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Flowserve Corporation，中国区人力资源总监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慧行足管理咨询 · 组织与个体的终身整理者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专家咨询顾问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3383280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Simon 熊时敏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49047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1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慧行足创始人 | 15 万人集团 OD/OC/绩效 COE 总负责人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801368"/>
            <a:ext cx="75895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92808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核心背景：7 段职涯横跨外企/国企/民企/互联网/创业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操盘规模：千亿市值集团 OD/OC/绩效 COE 负责人 + HRBP Head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专业资质：上海交大 MBA（985）、BCC 全球生涯规划师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Korn Ferry 学习敏锐度授证、MBTI 授证培训、PMP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擅长领域：组织变革、人效提升、干部管理、管理培训、生涯规划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代表履历：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慧行足管理咨询，创始人（2023-至今）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华住集团，OD/OC/绩效 COE 总负责人 + HRBP Head（15 万人+）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携程集团，旅游事业集群 HRD（4 万人+）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登士柏集团（全球口腔 TOP1），大中国区 HRD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慧行足管理咨询 · 组织与个体的终身整理者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专家咨询顾问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3383280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姚黎君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49047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1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数字化创新专家 | 行业数字化创新 &amp; 爆品战略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801368"/>
            <a:ext cx="75895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92808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核心背景：18 年 IT + 咨询服务与创新行业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IBM / Oracle / 埃森哲 10 年+ 数字化咨询经验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甲方事业部总经理 3 年，乙方数字化咨询 15 年+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教育背景：复旦大学软件工程学士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擅长领域：数字化转型规划、4A 架构设计、CRM 优化、爆品全渠道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创新实践：区块链 / web3 / 元宇宙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代表项目：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2024：某知名新能源汽车数字化诊断及规划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2022-2023：某上市企业增长战略及数字化改造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2021：某头部零售企业数字化转型及落地速赢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2021：某头部手机企业三年数字化转型规划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慧行足管理咨询 · 组织与个体的终身整理者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代表客户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125+ 企业客户，覆盖外资、国营、民营全赛道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468880" cy="25603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246888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外资客户（40+家）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欧莱雅 · 飞利浦 · 索尼 · 惠普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罗氏 · 箭牌 · 杜邦 · 拜尔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霍尼韦尔 · 登士柏 · 正大集团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417320"/>
            <a:ext cx="2468880" cy="25603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417320"/>
            <a:ext cx="246888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国营客户（15+家）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19202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SMG 文广传媒 · 上海财大 MBA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申银万国期货 · 上海城建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上汽集团 · 招行信用卡中心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中国银行 · 豫园商城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417320"/>
            <a:ext cx="2468880" cy="25603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417320"/>
            <a:ext cx="246888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民营客户（14+家）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19202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海康威视 · 前程无忧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华住集团 · 携程集团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浙商银行 · 美的 · OPPO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华润三九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605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覆盖行业：互联网电商 · 旅游 OTA · 酒店 · 汽车制造 · 医疗器械 · 制药 · 半导体 · 消费品 · 零售 · 电信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慧行足管理咨询 · 组织与个体的终身整理者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合作方式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73152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1828800" cy="30175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82880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2801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明确目标，从诊断到落地全流程交付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 → 诊断 → 方案 → 交付 → 复盘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1097280"/>
            <a:ext cx="1828800" cy="30175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097280"/>
            <a:ext cx="182880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71800" y="1691640"/>
            <a:ext cx="12801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长期外部视角，陪伴式成长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2423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定期驻场 + 月度诊断 + 随时在线响应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1828800" cy="30175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97280"/>
            <a:ext cx="182880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20640" y="1691640"/>
            <a:ext cx="12801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定制化能力提升方案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2423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需求对接 → 定制课程 → 交付 → 效果追踪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95160" y="1097280"/>
            <a:ext cx="1828800" cy="30175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95160" y="1097280"/>
            <a:ext cx="182880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269480" y="1691640"/>
            <a:ext cx="12801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多顾问组合，复杂项目全链路覆盖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2423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三顾问按需组合，一站式解决方案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慧行足管理咨询 · 组织与个体的终身整理者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71600"/>
            <a:ext cx="1097280" cy="3657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554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1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如果贵司正在经历：组织效率下降、人才跟不上、想改革推不动……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4114800" cy="38404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9260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1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2926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simon.xiong@wisdompace.com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3429000"/>
            <a:ext cx="4114800" cy="38404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4290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1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34290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www.wisdompace.com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1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欢迎预约免费需求诊断会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慧行足管理咨询 · 做组织与个体的终身整理者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慧行足管理咨询 · 企业介绍</dc:title>
  <dc:subject>PptxGenJS Presentation</dc:subject>
  <dc:creator>慧行足管理咨询</dc:creator>
  <cp:lastModifiedBy>慧行足管理咨询</cp:lastModifiedBy>
  <cp:revision>1</cp:revision>
  <dcterms:created xsi:type="dcterms:W3CDTF">2026-05-08T04:05:38Z</dcterms:created>
  <dcterms:modified xsi:type="dcterms:W3CDTF">2026-05-08T04:05:38Z</dcterms:modified>
</cp:coreProperties>
</file>